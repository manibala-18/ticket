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Migrate from Jenkins to GitHub 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CI/CD Modernization for Faster, Secure and Scalable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with Jenkins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dedicated servers and manual maintenance</a:t>
            </a:r>
          </a:p>
          <a:p>
            <a:pPr lvl="1"/>
            <a:r>
              <a:t>Plugin upgrades can break pipelines</a:t>
            </a:r>
          </a:p>
          <a:p>
            <a:pPr lvl="1"/>
            <a:r>
              <a:t>Scaling and security are team-owned responsibilities</a:t>
            </a:r>
          </a:p>
          <a:p>
            <a:pPr lvl="1"/>
            <a:r>
              <a:t>Higher operational cost and slower delivery cycles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Jenkins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Developer</a:t>
            </a:r>
          </a:p>
          <a:p>
            <a:pPr algn="ctr">
              <a:defRPr sz="1400"/>
            </a:pPr>
            <a:r>
              <a:t>(Push 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Jenkins Master</a:t>
            </a:r>
          </a:p>
          <a:p>
            <a:pPr algn="ctr">
              <a:defRPr sz="1400"/>
            </a:pPr>
            <a:r>
              <a:t>(Server Managed by Team)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18872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Agent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274320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Agent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212080" y="1645920"/>
            <a:ext cx="54864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2286000"/>
            <a:ext cx="54864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GitHub Actions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Developer</a:t>
            </a:r>
          </a:p>
          <a:p>
            <a:pPr algn="ctr">
              <a:defRPr sz="1400"/>
            </a:pPr>
            <a:r>
              <a:t>(Push 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828800"/>
            <a:ext cx="25603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GitHub Repository</a:t>
            </a:r>
          </a:p>
          <a:p>
            <a:pPr algn="ctr">
              <a:defRPr sz="1400"/>
            </a:pPr>
            <a:r>
              <a:t>+ Workflow 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GitHub Hosted Runners</a:t>
            </a:r>
          </a:p>
          <a:p>
            <a:pPr algn="ctr">
              <a:defRPr sz="1400"/>
            </a:pPr>
            <a:r>
              <a:t>(Auto-scaled)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vs GitHub Actions (Executive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Setup: Jenkins – Manual | GitHub Actions – Zero setup</a:t>
            </a:r>
          </a:p>
          <a:p>
            <a:pPr lvl="1"/>
            <a:r>
              <a:t>Maintenance: Jenkins – High | GitHub Actions – Minimal</a:t>
            </a:r>
          </a:p>
          <a:p>
            <a:pPr lvl="1"/>
            <a:r>
              <a:t>Scaling: Jenkins – Manual | GitHub Actions – Automatic</a:t>
            </a:r>
          </a:p>
          <a:p>
            <a:pPr lvl="1"/>
            <a:r>
              <a:t>Security: Jenkins – Self-managed | GitHub Actions – GitHub-managed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Developer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infrastructure and operational cost</a:t>
            </a:r>
          </a:p>
          <a:p>
            <a:pPr lvl="1"/>
            <a:r>
              <a:t>Faster feedback and release cycles</a:t>
            </a:r>
          </a:p>
          <a:p>
            <a:pPr lvl="1"/>
            <a:r>
              <a:t>Improved security and compliance</a:t>
            </a:r>
          </a:p>
          <a:p>
            <a:pPr lvl="1"/>
            <a:r>
              <a:t>Better developer experience and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access control using GitHub Identity &amp; RBAC</a:t>
            </a:r>
          </a:p>
          <a:p>
            <a:pPr lvl="1"/>
            <a:r>
              <a:t>Secrets management integrated with GitHub Secrets &amp; Vault</a:t>
            </a:r>
          </a:p>
          <a:p>
            <a:pPr lvl="1"/>
            <a:r>
              <a:t>Built-in audit logs for every workflow execution</a:t>
            </a:r>
          </a:p>
          <a:p>
            <a:pPr lvl="1"/>
            <a:r>
              <a:t>Compliance-ready: SOC2, ISO 27001, and enterprise-grade controls</a:t>
            </a:r>
          </a:p>
          <a:p>
            <a:pPr lvl="1"/>
            <a:r>
              <a:t>Reduced attack surface by eliminating self-managed Jenkins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"/>
            <a:ext cx="9144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Société</a:t>
            </a:r>
          </a:p>
          <a:p>
            <a:pPr>
              <a:defRPr sz="1000"/>
            </a:pPr>
            <a:r>
              <a:t>Générale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